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>
      <p:cViewPr varScale="1">
        <p:scale>
          <a:sx n="125" d="100"/>
          <a:sy n="125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A914-6AAC-2A80-536D-77AC0F648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F4398-3DBC-29C7-57DB-A181B1991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59BCF-A392-78D1-8E68-D7AA0480B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56FF5-A074-2A40-0A7F-47A45EAEF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238CD-8DFD-1732-117D-8C3C7301E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3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4FFC-670F-0A5C-7A7D-48109B63B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4895F-E0E6-9E98-8634-7655B98BF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9EEBF-9BAE-2CB8-3F8C-8F1117F7E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5E8AB-DF89-5F39-B8BA-DEBEB4D30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D4B6A-97AD-9861-924E-B5E1E4705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9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A73F2-AD15-93D8-E364-4AE961131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F6233-D6B6-302D-EAFF-AFAC272A4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73989-170B-374D-76C9-DD3AF2D3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D4FFA-9172-0D71-AC6E-9F5E2DC54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7318E-EAAB-1046-6A03-376554302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09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98CD-5847-CA8F-F743-F459EBB4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EF010-FF83-F55D-9D7C-69B1A3EF4A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1D659-3F9D-314E-E250-1A3DF7D3F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C4503-5AFB-6784-32C1-27244E86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2C797-1137-6347-E918-45BD34535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20C59-3799-5FAD-D289-88308220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5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93EF-79CF-05AC-EC6C-2AFD6D168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6D66A-8C6F-7B39-5FF7-5C63EEE2D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6A5ED-EC2C-E906-FF7F-057AC9D36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882072-53ED-D3B3-0A87-482D5EC8B1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8936F1-8E9C-3AD9-EE1C-04EC2E35A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6FCBFB-37B4-7393-6D2E-E937B1A60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B514F5-AF6B-D47A-E488-5B72B0A78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0CCE6-D7EC-2A1B-FFA3-16C822BDB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921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772D-CBD2-579E-8B5F-AD9BD8176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69A2F9-0C30-D335-B151-1A22CCDF0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35AE0-ADD2-AA3E-2E90-8EA55BDC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D778E-CA96-EF35-E878-C2C6CF7B1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737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D21C78-4FA3-9EF8-FDF6-3E93F37A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2BF22B-B89C-27CB-BD80-BF7E406CC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60DAE-2BDE-7825-9F92-595550EB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22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117F-555C-4412-FD08-B327A7D0B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181FE-834A-17CF-7DAA-4A284E331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D006D-2CBE-7E8B-D670-3CCA4D144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99544-22CF-F3E4-15F6-1851F7123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837B9-6A3B-57A4-0B79-50006309B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C90C3-EAFE-2D46-0115-1469C97E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85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EDC3A-9605-96C8-AF4D-BE9F24A6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D22AEB-AB4E-5A81-D249-7498038F7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F3A0E-0B2E-6030-B988-1D139B9BE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BABCE-44E8-44BF-E2E8-FF29F76E8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C0EFD-D924-B0FB-60B3-60751FF8B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854B7-D440-5300-2BCF-EB4B5FDB8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3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6AA4-B1C6-B901-EAFC-27428DDFA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54A3B-F02A-CDD3-6526-E6397DBD6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75639-C272-C64E-374F-EF6CACF9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16B76-2951-071B-1298-8303732B6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FDF2D-B330-0016-2994-002235CA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3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34DF9A-EB2E-0DCD-420B-9E8127F501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37554-65B3-FCDE-D902-8B62DE21D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A087D-2576-A051-CB70-E7EA2EE70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01F49-18BF-D66C-33D5-C485BC813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29E98-A00E-AA3D-8198-2B255901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1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58BD4D-4532-5937-F983-75D4CA102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B698B-661F-7B72-D264-D4703B0F2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3349C-4A42-350B-E6C6-1723AECA6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13336-4989-2972-4C3F-DCFFFE5D9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A0BBB-A2C1-6CF0-5B37-1FA03403C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8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1A811-7F1C-1757-9192-E87CF4168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113280"/>
          </a:xfrm>
        </p:spPr>
        <p:txBody>
          <a:bodyPr>
            <a:normAutofit/>
          </a:bodyPr>
          <a:lstStyle/>
          <a:p>
            <a:r>
              <a:rPr lang="en-US" sz="4400" dirty="0"/>
              <a:t>Some Assembly Required:</a:t>
            </a:r>
            <a:br>
              <a:rPr lang="en-US" sz="4800" dirty="0"/>
            </a:br>
            <a:r>
              <a:rPr lang="en-US" sz="2400" i="1" dirty="0">
                <a:solidFill>
                  <a:srgbClr val="1F4E79"/>
                </a:solidFill>
                <a:effectLst/>
                <a:latin typeface="Helvetica" pitchFamily="2" charset="0"/>
              </a:rPr>
              <a:t>Simplified Damage Functions for Probabilistic Coastal Impact Estimation Using </a:t>
            </a:r>
            <a:r>
              <a:rPr lang="en-US" sz="2400" i="1" dirty="0" err="1">
                <a:solidFill>
                  <a:srgbClr val="1F4E79"/>
                </a:solidFill>
                <a:effectLst/>
                <a:latin typeface="Helvetica" pitchFamily="2" charset="0"/>
              </a:rPr>
              <a:t>FrEDI</a:t>
            </a:r>
            <a:br>
              <a:rPr lang="en-US" dirty="0">
                <a:solidFill>
                  <a:srgbClr val="1F4E79"/>
                </a:solidFill>
                <a:effectLst/>
                <a:latin typeface="Helvetica" pitchFamily="2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B2A02C-F048-FE7F-5BE1-08D847DA2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7479"/>
            <a:ext cx="12192000" cy="421481"/>
          </a:xfrm>
        </p:spPr>
        <p:txBody>
          <a:bodyPr/>
          <a:lstStyle/>
          <a:p>
            <a:r>
              <a:rPr lang="en-US" dirty="0"/>
              <a:t>Marcus C Sarofim </a:t>
            </a:r>
            <a:r>
              <a:rPr lang="en-US" sz="2400" dirty="0"/>
              <a:t>• </a:t>
            </a:r>
            <a:r>
              <a:rPr lang="en-US" dirty="0"/>
              <a:t>NYU Marron Institute </a:t>
            </a:r>
            <a:r>
              <a:rPr lang="en-US" sz="2400" dirty="0"/>
              <a:t>• https://</a:t>
            </a:r>
            <a:r>
              <a:rPr lang="en-US" sz="2400" dirty="0" err="1"/>
              <a:t>substack.com</a:t>
            </a:r>
            <a:r>
              <a:rPr lang="en-US" sz="2400" dirty="0"/>
              <a:t>/@</a:t>
            </a:r>
            <a:r>
              <a:rPr lang="en-US" sz="2400" dirty="0" err="1"/>
              <a:t>thesaraphreport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AB83E2-D193-12BB-81D7-FA7C4F36C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19" y="1838960"/>
            <a:ext cx="10220961" cy="44856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A99158-8D39-4421-639F-838DACD93093}"/>
              </a:ext>
            </a:extLst>
          </p:cNvPr>
          <p:cNvSpPr txBox="1"/>
          <p:nvPr/>
        </p:nvSpPr>
        <p:spPr>
          <a:xfrm>
            <a:off x="0" y="6488668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The views expressed here represent the author and not necessarily those of any current or former organization</a:t>
            </a:r>
          </a:p>
        </p:txBody>
      </p:sp>
    </p:spTree>
    <p:extLst>
      <p:ext uri="{BB962C8B-B14F-4D97-AF65-F5344CB8AC3E}">
        <p14:creationId xmlns:p14="http://schemas.microsoft.com/office/powerpoint/2010/main" val="1616488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Some Assembly Required: Simplified Damage Functions for Probabilistic Coastal Impact Estimation Using FrEDI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Assembly Required: Simplified Damage Functions for Probabilistic Coastal Impact Estimation Using FrEDI </dc:title>
  <dc:creator>Marcus Sarofim</dc:creator>
  <cp:lastModifiedBy>Marcus Sarofim</cp:lastModifiedBy>
  <cp:revision>1</cp:revision>
  <dcterms:created xsi:type="dcterms:W3CDTF">2026-06-02T20:01:32Z</dcterms:created>
  <dcterms:modified xsi:type="dcterms:W3CDTF">2026-06-02T20:07:56Z</dcterms:modified>
</cp:coreProperties>
</file>