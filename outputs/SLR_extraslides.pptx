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5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61F9-ACC0-9912-D777-1A3D14F07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118E-DA49-B2F1-8A5D-E11E6830B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2B061-12D3-BC68-E97F-250AEEED1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100A9-545E-28BC-44B2-E7E79D34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68590-BB7D-D1A1-C0AE-DB2638C7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1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E2DA-4362-2517-E61F-B59EF8E4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8709F-3B5E-C5B0-F9DF-4B9D8BA89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FE5BC-A34A-3BD1-7E64-1F07A35C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C9FBC-16EE-0677-CA5A-6F114578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DAA7F-37CE-6418-0F8B-991DDDE1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8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2CDF-C26A-B86A-EE3A-14DF3E8D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2F20-7FC1-3533-C8FC-103444A4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F4C58-B829-0CB4-7260-DEED6486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E6E29-64D9-4B7B-1B91-B56C40F1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F040E-7B1A-7706-C0CD-B061A20F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85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165C-4DA0-314F-886F-EC8053EF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E7114-DFE9-FDB1-7DAE-C320572E2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2B131-A2C1-DB12-2809-20B0AA901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08A9-4927-2235-202A-1804D301B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68339-6017-2176-EB56-23FEE2FD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3FC94-D1EA-C3F2-B595-215A214C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9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F5C6-6BA0-6C5C-52D1-0342F279E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290ED-89AF-0C03-50E4-D7E73A230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6CE4F-DDC6-CEBD-C8D0-E9CC595B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55251-D5DB-DE02-1F3F-58E27AEB3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4FCA2-41D2-B118-307D-E6B7DF23D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82108A-D059-432E-B531-F2983FD2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3B4D5-2A11-00E5-B640-5752DBECC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39D5C2-5EBF-C6D0-3555-C13EF751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1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1D99-162B-7936-8A75-2C978BA4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1EE73-8B47-FD29-CBCE-93DDB976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981A6-D438-6930-7016-6166A8CDA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7AD8B-EBD1-B283-9B04-EAB2E0E9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9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2B82BE-8AF9-F99B-2EBE-E81C85C1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EAC01-88F5-51AF-6725-0B3153EBC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B7A82-20BD-3B9C-E608-75DB83E6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B8252-80B6-8FEC-612B-397FB636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1B8F6-E2B4-EAFC-7D2F-C71988D0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6B3E1-1518-3D58-3E02-F10984D91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A9E05-2156-3F17-E4F9-1B67264F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D624E-DD51-CE32-AF8B-8FF80F13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4CBE7-527C-035D-D6F0-871971F7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8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B8F81-69FA-E39E-FF6B-29F9B60C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17B0B-F1E4-1239-C2D1-D83E3DE93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3EAC5-77E7-A417-4504-0E4B1A298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2B853-C322-0299-ABB8-9DD432C3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D2C44-75DD-4FE2-782D-5EBBBA45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100F-C76C-15E0-53BB-D4D481E2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6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AE5E-AFAB-5B52-1F04-FA02977D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964C4-9EBB-41F4-37CE-EBAD9EB74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C2AED-801B-22B1-0A79-78182FE29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6BD7-867D-ED8A-6B63-5CBD5D96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D3808-6818-1FF7-38F0-41053766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3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319E3-5ABC-F891-F6EE-AFE0BEF36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FE877-116E-7B11-011B-89CB6F5E7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97419-9850-5C1B-B6AC-64BF45C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28F7-67FB-8015-C0A9-C5A005F5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32AE1-0721-3329-6825-44D83687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13AD3C-D0A2-0100-702C-833470E8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2B1B0-F112-AC4B-0188-79237CD21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A4D4A-62EA-9DA5-4A68-DAAD110F6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81A74-64EB-8E4C-8558-7C4B6E80B53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386E3-4137-AAEE-E8E0-95A313B3A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09E76-0B28-A5D3-B16D-59CD43C75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12E4D-23A1-5041-B173-F9D5706E2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42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3DF6-A038-642D-A0F1-729D23F28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 Level Rise Appendix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6966C-D0EB-8ADE-BE2D-97A979D692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0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34D426-0023-A71A-412D-B24AFA44C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211" y="0"/>
            <a:ext cx="5421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83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4D0F72-223C-8463-2071-FC12A28E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999"/>
            <a:ext cx="12104914" cy="60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1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4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Sea Level Rise Appendix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 Level Rise Appendix</dc:title>
  <dc:creator>Marcus Sarofim</dc:creator>
  <cp:lastModifiedBy>Marcus Sarofim</cp:lastModifiedBy>
  <cp:revision>2</cp:revision>
  <dcterms:created xsi:type="dcterms:W3CDTF">2026-06-07T01:18:56Z</dcterms:created>
  <dcterms:modified xsi:type="dcterms:W3CDTF">2026-06-07T10:23:02Z</dcterms:modified>
</cp:coreProperties>
</file>