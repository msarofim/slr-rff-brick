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85"/>
  </p:normalViewPr>
  <p:slideViewPr>
    <p:cSldViewPr snapToGrid="0">
      <p:cViewPr>
        <p:scale>
          <a:sx n="275" d="100"/>
          <a:sy n="275" d="100"/>
        </p:scale>
        <p:origin x="-4336" y="-6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561F9-ACC0-9912-D777-1A3D14F077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118E-DA49-B2F1-8A5D-E11E6830BA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2B061-12D3-BC68-E97F-250AEEED1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81A74-64EB-8E4C-8558-7C4B6E80B53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A100A9-545E-28BC-44B2-E7E79D341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868590-BB7D-D1A1-C0AE-DB2638C73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12E4D-23A1-5041-B173-F9D5706E21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812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8E2DA-4362-2517-E61F-B59EF8E45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8709F-3B5E-C5B0-F9DF-4B9D8BA89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FE5BC-A34A-3BD1-7E64-1F07A35C3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81A74-64EB-8E4C-8558-7C4B6E80B53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C9FBC-16EE-0677-CA5A-6F1145783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9DAA7F-37CE-6418-0F8B-991DDDE14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12E4D-23A1-5041-B173-F9D5706E21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480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D2CDF-C26A-B86A-EE3A-14DF3E8DF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32F20-7FC1-3533-C8FC-103444A460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1F4C58-B829-0CB4-7260-DEED6486B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81A74-64EB-8E4C-8558-7C4B6E80B53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E6E29-64D9-4B7B-1B91-B56C40F10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AF040E-7B1A-7706-C0CD-B061A20FA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12E4D-23A1-5041-B173-F9D5706E21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385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9165C-4DA0-314F-886F-EC8053EFD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5E7114-DFE9-FDB1-7DAE-C320572E2C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2B131-A2C1-DB12-2809-20B0AA9014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B508A9-4927-2235-202A-1804D301B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81A74-64EB-8E4C-8558-7C4B6E80B53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068339-6017-2176-EB56-23FEE2FDA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53FC94-D1EA-C3F2-B595-215A214C6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12E4D-23A1-5041-B173-F9D5706E21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19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EF5C6-6BA0-6C5C-52D1-0342F279E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7290ED-89AF-0C03-50E4-D7E73A2300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96CE4F-DDC6-CEBD-C8D0-E9CC595BC7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E55251-D5DB-DE02-1F3F-58E27AEB30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B4FCA2-41D2-B118-307D-E6B7DF23D9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82108A-D059-432E-B531-F2983FD2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81A74-64EB-8E4C-8558-7C4B6E80B535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3B4D5-2A11-00E5-B640-5752DBECC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39D5C2-5EBF-C6D0-3555-C13EF751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12E4D-23A1-5041-B173-F9D5706E21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910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31D99-162B-7936-8A75-2C978BA4B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81EE73-8B47-FD29-CBCE-93DDB9767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81A74-64EB-8E4C-8558-7C4B6E80B535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6981A6-D438-6930-7016-6166A8CDA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67AD8B-EBD1-B283-9B04-EAB2E0E99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12E4D-23A1-5041-B173-F9D5706E21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199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2B82BE-8AF9-F99B-2EBE-E81C85C1B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81A74-64EB-8E4C-8558-7C4B6E80B535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EAC01-88F5-51AF-6725-0B3153EBC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B7A82-20BD-3B9C-E608-75DB83E61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12E4D-23A1-5041-B173-F9D5706E21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61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B8252-80B6-8FEC-612B-397FB636F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1B8F6-E2B4-EAFC-7D2F-C71988D0D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B6B3E1-1518-3D58-3E02-F10984D917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A9E05-2156-3F17-E4F9-1B67264F1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81A74-64EB-8E4C-8558-7C4B6E80B53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DD624E-DD51-CE32-AF8B-8FF80F136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B4CBE7-527C-035D-D6F0-871971F78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12E4D-23A1-5041-B173-F9D5706E21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89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B8F81-69FA-E39E-FF6B-29F9B60C2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E17B0B-F1E4-1239-C2D1-D83E3DE93C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03EAC5-77E7-A417-4504-0E4B1A298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C2B853-C322-0299-ABB8-9DD432C35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81A74-64EB-8E4C-8558-7C4B6E80B53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6D2C44-75DD-4FE2-782D-5EBBBA453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97100F-C76C-15E0-53BB-D4D481E27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12E4D-23A1-5041-B173-F9D5706E21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26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9AE5E-AFAB-5B52-1F04-FA02977DB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4964C4-9EBB-41F4-37CE-EBAD9EB74B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CC2AED-801B-22B1-0A79-78182FE29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81A74-64EB-8E4C-8558-7C4B6E80B53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A6BD7-867D-ED8A-6B63-5CBD5D96F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8D3808-6818-1FF7-38F0-410537667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12E4D-23A1-5041-B173-F9D5706E21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632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D319E3-5ABC-F891-F6EE-AFE0BEF36B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1FE877-116E-7B11-011B-89CB6F5E7C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97419-9850-5C1B-B6AC-64BF45C69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81A74-64EB-8E4C-8558-7C4B6E80B53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C28F7-67FB-8015-C0A9-C5A005F56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32AE1-0721-3329-6825-44D836877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D12E4D-23A1-5041-B173-F9D5706E21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2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13AD3C-D0A2-0100-702C-833470E8F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F2B1B0-F112-AC4B-0188-79237CD217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A4D4A-62EA-9DA5-4A68-DAAD110F66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581A74-64EB-8E4C-8558-7C4B6E80B53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1386E3-4137-AAEE-E8E0-95A313B3AF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09E76-0B28-A5D3-B16D-59CD43C75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D12E4D-23A1-5041-B173-F9D5706E21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042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93DF6-A038-642D-A0F1-729D23F28F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Sea Level Rise Appendix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E6966C-D0EB-8ADE-BE2D-97A979D692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0097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C34D426-0023-A71A-412D-B24AFA44C4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5211" y="0"/>
            <a:ext cx="54215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583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44D0F72-223C-8463-2071-FC12A28EF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0999"/>
            <a:ext cx="12104914" cy="6052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1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70A008-E557-8A1B-9E72-833A37BDF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DE87A2-6E6F-7C1B-384A-91633769E0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057" y="3118755"/>
            <a:ext cx="6948949" cy="347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381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7829</TotalTime>
  <Words>4</Words>
  <Application>Microsoft Macintosh PowerPoint</Application>
  <PresentationFormat>Widescreen</PresentationFormat>
  <Paragraphs>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Sea Level Rise Appendix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Level Rise Appendix</dc:title>
  <dc:creator>Marcus Sarofim</dc:creator>
  <cp:lastModifiedBy>Marcus Sarofim</cp:lastModifiedBy>
  <cp:revision>3</cp:revision>
  <dcterms:created xsi:type="dcterms:W3CDTF">2026-06-07T01:18:56Z</dcterms:created>
  <dcterms:modified xsi:type="dcterms:W3CDTF">2026-06-12T11:48:00Z</dcterms:modified>
</cp:coreProperties>
</file>